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노트북lm에서 정리한 내용을 복사해서 새로운 파일을 생성합니다. # 2025-2026 일본 여행 통합 가이드 (ai_studio_japan.html)</a:t>
            </a:r>
          </a:p>
          <a:p>
            <a:pPr lvl="0" indent="0" marL="0">
              <a:buNone/>
            </a:pPr>
            <a:r>
              <a:rPr/>
              <a:t>이 저장소의 </a:t>
            </a:r>
            <a:r>
              <a:rPr>
                <a:latin typeface="Courier"/>
              </a:rPr>
              <a:t>ai_studio_japan.html</a:t>
            </a:r>
            <a:r>
              <a:rPr/>
              <a:t> 파일은 2025-2026 일본 여행을 위한 통합 가이드 대시보드 HTML입니다. 외부에서 바로 열어볼 수 있도록 아래에 접근 가능한 URL을 정리해 두었습니다.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바로 열어보기 (Raw 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Raw 파일 URL (현재 커밋 기준): https://raw.githubusercontent.com/taiguo12-cloud/homekma/83d0d13c424653ded6d190d1e418d64f091de6c7/ai_studio_japan.html</a:t>
            </a:r>
          </a:p>
          <a:p>
            <a:pPr lvl="1" indent="0" marL="342900">
              <a:buNone/>
            </a:pPr>
            <a:r>
              <a:rPr/>
              <a:t>위 링크를 클릭하면 브라우저에서 HTML을 그대로 렌더링하여 페이지를 확인할 수 있습니다.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Pages로 배포 (선택 사항)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원하시면 GitHub Pages를 활성화하여 정식 웹사이트처럼 제공할 수 있습니다. 방법은 다음과 같습니다: 1. GitHub 리포지토리의 </a:t>
            </a:r>
            <a:r>
              <a:rPr>
                <a:latin typeface="Courier"/>
              </a:rPr>
              <a:t>Settings</a:t>
            </a:r>
            <a:r>
              <a:rPr/>
              <a:t> &gt; </a:t>
            </a:r>
            <a:r>
              <a:rPr>
                <a:latin typeface="Courier"/>
              </a:rPr>
              <a:t>Pages</a:t>
            </a:r>
            <a:r>
              <a:rPr/>
              <a:t> 로 이동합니다. 2. </a:t>
            </a:r>
            <a:r>
              <a:rPr>
                <a:latin typeface="Courier"/>
              </a:rPr>
              <a:t>Source</a:t>
            </a:r>
            <a:r>
              <a:rPr/>
              <a:t>를 </a:t>
            </a:r>
            <a:r>
              <a:rPr>
                <a:latin typeface="Courier"/>
              </a:rPr>
              <a:t>main</a:t>
            </a:r>
            <a:r>
              <a:rPr/>
              <a:t> (혹은 기본 브랜치) / </a:t>
            </a:r>
            <a:r>
              <a:rPr>
                <a:latin typeface="Courier"/>
              </a:rPr>
              <a:t>root</a:t>
            </a:r>
            <a:r>
              <a:rPr/>
              <a:t> 로 설정하고 저장합니다. 3. 활성화 후 접근 URL 예시 (Pages가 활성화된 경우): https://taiguo12-cloud.github.io/homekma/ai_studio_japan.html</a:t>
            </a:r>
          </a:p>
          <a:p>
            <a:pPr lvl="0" indent="0" marL="1270000">
              <a:buNone/>
            </a:pPr>
            <a:r>
              <a:rPr sz="2000"/>
              <a:t>참고: GitHub Pages가 활성화되어 있지 않다면 위 URL은 동작하지 않습니다. 활성화 후 최대 몇 분 정도 걸릴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로컬에서 빠르게 확인하는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저장소를 클론하거나 파일을 로컬에 저장합니다.</a:t>
            </a:r>
          </a:p>
          <a:p>
            <a:pPr lvl="0" indent="-342900" marL="342900">
              <a:buAutoNum type="arabicPeriod"/>
            </a:pPr>
            <a:r>
              <a:rPr/>
              <a:t>파일이 있는 디렉터리에서 간단한 HTTP 서버를 실행합니다:</a:t>
            </a:r>
          </a:p>
          <a:p>
            <a:pPr lvl="0" indent="0" marL="0">
              <a:buNone/>
            </a:pPr>
            <a:r>
              <a:rPr/>
              <a:t>```bash # Python 3 python3 -m http.server 8000 파일이름 japantour.md자가 .md 로 끝나게 생성합니다.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2025-12-24T06:16:54Z</dcterms:created>
  <dcterms:modified xsi:type="dcterms:W3CDTF">2025-12-24T06:16:54Z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