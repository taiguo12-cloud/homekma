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hyperlink" Target="https://taiguo12-cloud.github.io/homekma/ai_studio_japan.html" TargetMode="External" /><Relationship Id="rId3" Type="http://schemas.openxmlformats.org/officeDocument/2006/relationships/hyperlink" Target="https://taiguo12-cloud.github.io/homekma/" TargetMode="External" /><Relationship Id="rId4" Type="http://schemas.openxmlformats.org/officeDocument/2006/relationships/hyperlink" Target="https://taiguo12-cloud.github.io/homekma/japan%20tour.html" TargetMode="External" /><Relationship Id="rId5" Type="http://schemas.openxmlformats.org/officeDocument/2006/relationships/hyperlink" Target="https://github.com/taiguo12-cloud/homekma/blob/main/japantour.md" TargetMode="Externa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2025-2026 일본 여행 가이드 저장소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 저장소는 2025-2026 일본 여행을 위한 통합 가이드 및 웹사이트 모음입니다. 아래의 파일들을 웹사이트에서 직접 열어볼 수 있습니다.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📁 저장소 파일 및 접근 URL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파일명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웹사이트 URL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ai_studio_japan.html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2025-2026 일본 여행을 위한 통합 가이드 대시보드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2"/>
                        </a:rPr>
                        <a:t>https://taiguo12-cloud.github.io/homekma/ai_studio_japan.html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index.html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저장소의 메인 페이지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3"/>
                        </a:rPr>
                        <a:t>https://taiguo12-cloud.github.io/homekma/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japan tour.html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일본 투어 관련 정보 페이지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4"/>
                        </a:rPr>
                        <a:t>https://taiguo12-cloud.github.io/homekma/japan%20tour.html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japantour.md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일본 투어 마크다운 문서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hlinkClick r:id="rId5"/>
                        </a:rPr>
                        <a:t>https://github.com/taiguo12-cloud/homekma/blob/main/japantour.md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🌐 GitHub Pages에서 보기</a:t>
            </a:r>
          </a:p>
          <a:p>
            <a:pPr lvl="0" indent="0" marL="0">
              <a:buNone/>
            </a:pPr>
            <a:r>
              <a:rPr/>
              <a:t>GitHub Pages가 활성화되어 있으므로 위의 URL에서 직접 웹브라우저로 HTML 파일들을 확인할 수 있습니다.</a:t>
            </a:r>
          </a:p>
          <a:p>
            <a:pPr lvl="0"/>
            <a:r>
              <a:rPr/>
              <a:t>메인 사이트: https://taiguo12-cloud.github.io/homekma/</a:t>
            </a:r>
          </a:p>
          <a:p>
            <a:pPr lvl="0"/>
            <a:r>
              <a:rPr/>
              <a:t>AI Studio 일본 여행 가이드: https://taiguo12-cloud.github.io/homekma/ai_studio_japan.html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🔗 Raw 파일 접근</a:t>
            </a:r>
          </a:p>
          <a:p>
            <a:pPr lvl="0" indent="0" marL="0">
              <a:buNone/>
            </a:pPr>
            <a:r>
              <a:rPr/>
              <a:t>GitHub의 Raw 파일 형식으로 최신 버전을 확인하려면:</a:t>
            </a:r>
          </a:p>
          <a:p>
            <a:pPr lvl="0"/>
            <a:r>
              <a:rPr>
                <a:latin typeface="Courier"/>
              </a:rPr>
              <a:t>ai_studio_japan.html</a:t>
            </a:r>
            <a:r>
              <a:rPr/>
              <a:t>: https://raw.githubusercontent.com/taiguo12-cloud/homekma/main/ai_studio_japan.html</a:t>
            </a:r>
          </a:p>
          <a:p>
            <a:pPr lvl="0"/>
            <a:r>
              <a:rPr>
                <a:latin typeface="Courier"/>
              </a:rPr>
              <a:t>index.html</a:t>
            </a:r>
            <a:r>
              <a:rPr/>
              <a:t>: https://raw.githubusercontent.com/taiguo12-cloud/homekma/main/index.html</a:t>
            </a:r>
          </a:p>
          <a:p>
            <a:pPr lvl="0"/>
            <a:r>
              <a:rPr>
                <a:latin typeface="Courier"/>
              </a:rPr>
              <a:t>japan tour.html</a:t>
            </a:r>
            <a:r>
              <a:rPr/>
              <a:t>: https://raw.githubusercontent.com/taiguo12-cloud/homekma/main/japan%20tour.html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🚀 로컬에서 확인하기</a:t>
            </a:r>
          </a:p>
          <a:p>
            <a:pPr lvl="0" indent="0" marL="0">
              <a:buNone/>
            </a:pPr>
            <a:r>
              <a:rPr/>
              <a:t>저장소를 클론한 후 로컬에서 확인하려면: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저장소 클론</a:t>
            </a:r>
            <a:br/>
            <a:r>
              <a:rPr>
                <a:solidFill>
                  <a:srgbClr val="06287E"/>
                </a:solidFill>
                <a:latin typeface="Courier"/>
              </a:rPr>
              <a:t>git</a:t>
            </a:r>
            <a:r>
              <a:rPr>
                <a:latin typeface="Courier"/>
              </a:rPr>
              <a:t> clone https://github.com/taiguo12-cloud/homekma.git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homekma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Python으로 간단한 HTTP 서버 실행</a:t>
            </a:r>
            <a:br/>
            <a:r>
              <a:rPr>
                <a:latin typeface="Courier"/>
              </a:rPr>
              <a:t>python3 </a:t>
            </a:r>
            <a:r>
              <a:rPr>
                <a:solidFill>
                  <a:srgbClr val="7D9029"/>
                </a:solidFill>
                <a:latin typeface="Courier"/>
              </a:rPr>
              <a:t>-m</a:t>
            </a:r>
            <a:r>
              <a:rPr>
                <a:latin typeface="Courier"/>
              </a:rPr>
              <a:t> http.server 8000</a:t>
            </a:r>
          </a:p>
          <a:p>
            <a:pPr lvl="0" indent="0" marL="0">
              <a:buNone/>
            </a:pPr>
            <a:r>
              <a:rPr/>
              <a:t>이후 브라우저에서 다음 주소들에 접근할 수 있습니다: - http://localhost:8000/ - http://localhost:8000/ai_studio_japan.html - http://localhost:8000/japan%20tour.html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2025-12-24T06:12:15Z</dcterms:created>
  <dcterms:modified xsi:type="dcterms:W3CDTF">2025-12-24T06:12:15Z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